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8da90fc6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8da90fc6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8da90fc6c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8da90fc6c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8da90fc6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8da90fc6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8da90fc6c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8da90fc6c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8da90fc6c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8da90fc6c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8da90fc6c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8da90fc6c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8da90fc6c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8da90fc6c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8da90fc6c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8da90fc6c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da90fc6c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8da90fc6c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8da90fc6c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8da90fc6c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8da90fc6c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8da90fc6c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8da90fc6c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8da90fc6c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kaggle.com/datasets/mohankrishnathalla/mobile-reviews-sentiment-and-specification/data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Decoding Satisfaction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actually drives mobile phone ratings?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0225" y="4133000"/>
            <a:ext cx="616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Shanay Murdock</a:t>
            </a: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WGU Data Science Graduate Student, D606 Capstone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265500" y="724200"/>
            <a:ext cx="4045200" cy="84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Presenter Profile</a:t>
            </a:r>
            <a:endParaRPr sz="4000"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9500" y="653250"/>
            <a:ext cx="3837000" cy="38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>
            <p:ph idx="1" type="subTitle"/>
          </p:nvPr>
        </p:nvSpPr>
        <p:spPr>
          <a:xfrm>
            <a:off x="265500" y="1564800"/>
            <a:ext cx="4045200" cy="29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58"/>
              <a:t>Shanay Murdock</a:t>
            </a:r>
            <a:endParaRPr sz="2358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2"/>
                </a:solidFill>
              </a:rPr>
              <a:t>Data Science Graduate Student | WGU</a:t>
            </a:r>
            <a:endParaRPr sz="1700">
              <a:solidFill>
                <a:schemeClr val="accen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2"/>
                </a:solidFill>
              </a:rPr>
              <a:t>Business Systems Analyst | Florida State University</a:t>
            </a:r>
            <a:endParaRPr sz="1700">
              <a:solidFill>
                <a:schemeClr val="accen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91"/>
              <a:t>Tech + </a:t>
            </a:r>
            <a:r>
              <a:rPr lang="en" sz="1991"/>
              <a:t>Anthropology</a:t>
            </a:r>
            <a:r>
              <a:rPr lang="en" sz="1991"/>
              <a:t> background: Focused on the human-driven “whys” behind the numbers</a:t>
            </a:r>
            <a:endParaRPr sz="199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Roadmap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The business problem &amp; guiding hypothesis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Data and analysis process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Key findings: What matters to customers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Limitations and caveats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Strategic actions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➔"/>
            </a:pPr>
            <a:r>
              <a:rPr lang="en"/>
              <a:t>Expected benefits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Big Question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Challenge:</a:t>
            </a:r>
            <a:r>
              <a:rPr lang="en"/>
              <a:t> Where do we invest for maximum customer satisfaction?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Gut instinct? Branding? Price? Features?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Hypothesis: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Can a statistical </a:t>
            </a:r>
            <a:r>
              <a:rPr lang="en"/>
              <a:t>model predict overall customer satisfaction with an accuracy of 70% or better?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&amp; Analysis Overview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50,000 global customer reviews, 8 countries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Looked at brand, price, and main technological features (camera, battery, design, etc.)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Used a step-by-step “decluttering” process: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Start with all variables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Remove what doesn’t influence satisfaction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Keep only true predictors of customer satisfaction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</a:rPr>
              <a:t>All Features → Eliminate Non-Predictors</a:t>
            </a:r>
            <a:r>
              <a:rPr lang="en">
                <a:solidFill>
                  <a:schemeClr val="dk1"/>
                </a:solidFill>
              </a:rPr>
              <a:t> → </a:t>
            </a:r>
            <a:r>
              <a:rPr lang="en">
                <a:solidFill>
                  <a:schemeClr val="dk1"/>
                </a:solidFill>
              </a:rPr>
              <a:t>Key Drivers Remain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Findings: The Five Pillars of Satisfaction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460375" y="1196975"/>
            <a:ext cx="5547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5 features truly matter for high ratings: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➔"/>
            </a:pPr>
            <a:r>
              <a:rPr b="1" lang="en"/>
              <a:t>Battery Life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b="1" lang="en"/>
              <a:t>Camera Quality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b="1" lang="en"/>
              <a:t>Performance (Speed, smoothness)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b="1" lang="en"/>
              <a:t>Design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b="1" lang="en"/>
              <a:t>Display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/>
              <a:t>Weakness in any one lowers overall customer satisfaction</a:t>
            </a:r>
            <a:endParaRPr i="1"/>
          </a:p>
        </p:txBody>
      </p:sp>
      <p:pic>
        <p:nvPicPr>
          <p:cNvPr descr="Help me illustrate that Battery, Camera Quality, Performance, Display, and Design all matter equally and are interconnected."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8275" y="1196975"/>
            <a:ext cx="2662426" cy="266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 &amp; Price: Surprising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311700" y="1229875"/>
            <a:ext cx="3426900" cy="340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 name and price have little effect on customer satisfaction </a:t>
            </a:r>
            <a:r>
              <a:rPr b="1" lang="en"/>
              <a:t>after</a:t>
            </a:r>
            <a:r>
              <a:rPr lang="en"/>
              <a:t> accounting for the five key features.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High ratings are earned by performance – not prestige or price tag.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Even budget brands can achieve 5 stars by by delivering on the essential </a:t>
            </a:r>
            <a:r>
              <a:rPr lang="en"/>
              <a:t>performance</a:t>
            </a:r>
            <a:r>
              <a:rPr lang="en"/>
              <a:t> drivers.</a:t>
            </a:r>
            <a:endParaRPr/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403" y="1229875"/>
            <a:ext cx="5129248" cy="340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1711525"/>
            <a:ext cx="8520600" cy="140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8100"/>
              <a:t>86.6% accuracy</a:t>
            </a:r>
            <a:endParaRPr sz="8100"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predicts satisfaction with </a:t>
            </a:r>
            <a:r>
              <a:rPr b="1" lang="en"/>
              <a:t>86.6% accuracy</a:t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Meets and exceeds the original 70% goal</a:t>
            </a:r>
            <a:endParaRPr/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Reliable focus for our R&amp;D Investment</a:t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649750" y="657675"/>
            <a:ext cx="78840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How Strong Is This Model?</a:t>
            </a:r>
            <a:endParaRPr sz="27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&amp; Considerations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top phones excel in all five areas – features tend to “move together”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Hard to pinpoint a single “target” feature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Known in statistics as “multicollinearity”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Recommended Actions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Balanced, Don’t Specialize: </a:t>
            </a:r>
            <a:r>
              <a:rPr lang="en"/>
              <a:t>Invest evenly in all five pillars – don’t gamble everything on just one feature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Focus Messaging:</a:t>
            </a:r>
            <a:r>
              <a:rPr lang="en"/>
              <a:t> Our marketing should spotlight tangible hardware strengths, not just brand identity.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AutoNum type="arabicPeriod"/>
            </a:pPr>
            <a:r>
              <a:rPr b="1" lang="en"/>
              <a:t>Budget Devices Matter:</a:t>
            </a:r>
            <a:r>
              <a:rPr lang="en"/>
              <a:t> High satisfaction isn’t reserved from premium models; even our budget phones deserve attention on all five pillars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Benefits: Projected Business Impact</a:t>
            </a:r>
            <a:endParaRPr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R&amp;D resources focused on features customers truly value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Millions in reduced waste by cutting non-essential feature costs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Increase our chances of 5-star ratings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➔"/>
            </a:pPr>
            <a:r>
              <a:rPr lang="en"/>
              <a:t>Protect and grow our place in a fiercely competitive market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Kaggle. (2025, October 22). Retrieved November 1, 2025, from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https://www.kaggle.com/datasets/mohankrishnathalla/mobile-reviews-sentiment-and-specification/data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Thank you for joining me today!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I’m happy to clarify findings or discuss next steps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